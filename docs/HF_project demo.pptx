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310" r:id="rId5"/>
    <p:sldId id="286" r:id="rId6"/>
    <p:sldId id="279" r:id="rId7"/>
    <p:sldId id="30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EE6"/>
    <a:srgbClr val="132BDC"/>
    <a:srgbClr val="DCE0FC"/>
    <a:srgbClr val="FDF200"/>
    <a:srgbClr val="80FBE5"/>
    <a:srgbClr val="3CF3D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26"/>
  </p:normalViewPr>
  <p:slideViewPr>
    <p:cSldViewPr snapToGrid="0">
      <p:cViewPr varScale="1">
        <p:scale>
          <a:sx n="59" d="100"/>
          <a:sy n="59" d="100"/>
        </p:scale>
        <p:origin x="10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37" d="100"/>
          <a:sy n="137" d="100"/>
        </p:scale>
        <p:origin x="6744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14A1CB-5452-AC70-7D60-1A44C62C56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6B759-0F79-F999-E975-D9DBEDB8A5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9E520-E069-0742-BD97-ED28BB08EC53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A7C7E-774B-6207-364F-BAC51DF08F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ACE22-8537-7305-26E3-E0E0AF83D5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964BE-1CD1-1943-8CAA-B6D417321F1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00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85F30-A497-F84E-BC49-B57AB2B760AA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D3E5B-4BED-B24C-9674-6B6454D045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3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1EBC0340-3AAE-A39F-0BAF-0E7430611152}"/>
              </a:ext>
            </a:extLst>
          </p:cNvPr>
          <p:cNvSpPr/>
          <p:nvPr userDrawn="1"/>
        </p:nvSpPr>
        <p:spPr>
          <a:xfrm>
            <a:off x="3127386" y="1976768"/>
            <a:ext cx="6929120" cy="4877511"/>
          </a:xfrm>
          <a:custGeom>
            <a:avLst/>
            <a:gdLst>
              <a:gd name="connsiteX0" fmla="*/ 3464560 w 6929120"/>
              <a:gd name="connsiteY0" fmla="*/ 0 h 4877511"/>
              <a:gd name="connsiteX1" fmla="*/ 6929120 w 6929120"/>
              <a:gd name="connsiteY1" fmla="*/ 3464560 h 4877511"/>
              <a:gd name="connsiteX2" fmla="*/ 6656858 w 6929120"/>
              <a:gd name="connsiteY2" fmla="*/ 4813124 h 4877511"/>
              <a:gd name="connsiteX3" fmla="*/ 6625841 w 6929120"/>
              <a:gd name="connsiteY3" fmla="*/ 4877511 h 4877511"/>
              <a:gd name="connsiteX4" fmla="*/ 303280 w 6929120"/>
              <a:gd name="connsiteY4" fmla="*/ 4877511 h 4877511"/>
              <a:gd name="connsiteX5" fmla="*/ 272263 w 6929120"/>
              <a:gd name="connsiteY5" fmla="*/ 4813124 h 4877511"/>
              <a:gd name="connsiteX6" fmla="*/ 0 w 6929120"/>
              <a:gd name="connsiteY6" fmla="*/ 3464560 h 4877511"/>
              <a:gd name="connsiteX7" fmla="*/ 3464560 w 6929120"/>
              <a:gd name="connsiteY7" fmla="*/ 0 h 487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29120" h="4877511">
                <a:moveTo>
                  <a:pt x="3464560" y="0"/>
                </a:moveTo>
                <a:cubicBezTo>
                  <a:pt x="5377984" y="0"/>
                  <a:pt x="6929120" y="1551136"/>
                  <a:pt x="6929120" y="3464560"/>
                </a:cubicBezTo>
                <a:cubicBezTo>
                  <a:pt x="6929120" y="3942916"/>
                  <a:pt x="6832174" y="4398629"/>
                  <a:pt x="6656858" y="4813124"/>
                </a:cubicBezTo>
                <a:lnTo>
                  <a:pt x="6625841" y="4877511"/>
                </a:lnTo>
                <a:lnTo>
                  <a:pt x="303280" y="4877511"/>
                </a:lnTo>
                <a:lnTo>
                  <a:pt x="272263" y="4813124"/>
                </a:lnTo>
                <a:cubicBezTo>
                  <a:pt x="96946" y="4398629"/>
                  <a:pt x="0" y="3942916"/>
                  <a:pt x="0" y="3464560"/>
                </a:cubicBezTo>
                <a:cubicBezTo>
                  <a:pt x="0" y="1551136"/>
                  <a:pt x="1551136" y="0"/>
                  <a:pt x="34645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0" name="Picture 9" descr="Gap between two buildings against the blue sky">
            <a:extLst>
              <a:ext uri="{FF2B5EF4-FFF2-40B4-BE49-F238E27FC236}">
                <a16:creationId xmlns:a16="http://schemas.microsoft.com/office/drawing/2014/main" id="{C40F96A3-9DAF-4D22-64AD-CEC023D28D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0546"/>
                    </a14:imgEffect>
                    <a14:imgEffect>
                      <a14:saturation sat="0"/>
                    </a14:imgEffect>
                    <a14:imgEffect>
                      <a14:brightnessContrast bright="-34000" contras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550" b="8386"/>
          <a:stretch/>
        </p:blipFill>
        <p:spPr>
          <a:xfrm>
            <a:off x="760411" y="0"/>
            <a:ext cx="114315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767" y="1399032"/>
            <a:ext cx="6757416" cy="3427502"/>
          </a:xfrm>
        </p:spPr>
        <p:txBody>
          <a:bodyPr lIns="0" tIns="0" rIns="0" bIns="0" anchor="t">
            <a:noAutofit/>
          </a:bodyPr>
          <a:lstStyle>
            <a:lvl1pPr algn="l">
              <a:defRPr sz="45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768" y="417444"/>
            <a:ext cx="7414940" cy="883258"/>
          </a:xfrm>
        </p:spPr>
        <p:txBody>
          <a:bodyPr lIns="0" tIns="0" rIns="0" bIns="182880"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1" y="640080"/>
            <a:ext cx="5029200" cy="2157984"/>
          </a:xfrm>
        </p:spPr>
        <p:txBody>
          <a:bodyPr lIns="0" tIns="0" rIns="0" bIns="0" anchor="b">
            <a:noAutofit/>
          </a:bodyPr>
          <a:lstStyle>
            <a:lvl1pPr>
              <a:defRPr sz="3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46650F3-FE62-E3A1-C1F7-6A7E767D0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5499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1" y="3127248"/>
            <a:ext cx="4834517" cy="31089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1800" cap="none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80952A-DC24-8DFB-F8E3-1AAC5A9D5F6C}"/>
              </a:ext>
            </a:extLst>
          </p:cNvPr>
          <p:cNvSpPr/>
          <p:nvPr userDrawn="1"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1">
            <a:extLst>
              <a:ext uri="{FF2B5EF4-FFF2-40B4-BE49-F238E27FC236}">
                <a16:creationId xmlns:a16="http://schemas.microsoft.com/office/drawing/2014/main" id="{21A89689-0612-8B49-DF4A-1864B8558C5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8854442" y="2953511"/>
            <a:ext cx="6291068" cy="384048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2FE54DA2-6D33-7833-E646-95347EF8B9A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716512" y="6382510"/>
            <a:ext cx="566928" cy="384048"/>
          </a:xfrm>
        </p:spPr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179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DE39F4-E652-D021-FAC3-9A057954548D}"/>
              </a:ext>
            </a:extLst>
          </p:cNvPr>
          <p:cNvSpPr/>
          <p:nvPr userDrawn="1"/>
        </p:nvSpPr>
        <p:spPr>
          <a:xfrm>
            <a:off x="0" y="0"/>
            <a:ext cx="4553712" cy="2432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993F1580-C478-6F3E-90EC-651483EF7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3408" y="640080"/>
            <a:ext cx="5093208" cy="2189223"/>
          </a:xfrm>
        </p:spPr>
        <p:txBody>
          <a:bodyPr lIns="0" tIns="0" rIns="0" bIns="0" anchor="b">
            <a:noAutofit/>
          </a:bodyPr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FBA0098-0696-799B-78DA-DBE833190D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2104" y="640080"/>
            <a:ext cx="4727448" cy="5559552"/>
          </a:xfrm>
          <a:custGeom>
            <a:avLst/>
            <a:gdLst>
              <a:gd name="connsiteX0" fmla="*/ 0 w 4727448"/>
              <a:gd name="connsiteY0" fmla="*/ 0 h 5559552"/>
              <a:gd name="connsiteX1" fmla="*/ 4727448 w 4727448"/>
              <a:gd name="connsiteY1" fmla="*/ 0 h 5559552"/>
              <a:gd name="connsiteX2" fmla="*/ 4727448 w 4727448"/>
              <a:gd name="connsiteY2" fmla="*/ 2500529 h 5559552"/>
              <a:gd name="connsiteX3" fmla="*/ 4596278 w 4727448"/>
              <a:gd name="connsiteY3" fmla="*/ 2513752 h 5559552"/>
              <a:gd name="connsiteX4" fmla="*/ 4071308 w 4727448"/>
              <a:gd name="connsiteY4" fmla="*/ 3157867 h 5559552"/>
              <a:gd name="connsiteX5" fmla="*/ 4596278 w 4727448"/>
              <a:gd name="connsiteY5" fmla="*/ 3801983 h 5559552"/>
              <a:gd name="connsiteX6" fmla="*/ 4727448 w 4727448"/>
              <a:gd name="connsiteY6" fmla="*/ 3815206 h 5559552"/>
              <a:gd name="connsiteX7" fmla="*/ 4727448 w 4727448"/>
              <a:gd name="connsiteY7" fmla="*/ 5559552 h 5559552"/>
              <a:gd name="connsiteX8" fmla="*/ 0 w 4727448"/>
              <a:gd name="connsiteY8" fmla="*/ 5559552 h 5559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27448" h="5559552">
                <a:moveTo>
                  <a:pt x="0" y="0"/>
                </a:moveTo>
                <a:lnTo>
                  <a:pt x="4727448" y="0"/>
                </a:lnTo>
                <a:lnTo>
                  <a:pt x="4727448" y="2500529"/>
                </a:lnTo>
                <a:lnTo>
                  <a:pt x="4596278" y="2513752"/>
                </a:lnTo>
                <a:cubicBezTo>
                  <a:pt x="4296678" y="2575059"/>
                  <a:pt x="4071308" y="2840144"/>
                  <a:pt x="4071308" y="3157867"/>
                </a:cubicBezTo>
                <a:cubicBezTo>
                  <a:pt x="4071308" y="3475590"/>
                  <a:pt x="4296678" y="3740676"/>
                  <a:pt x="4596278" y="3801983"/>
                </a:cubicBezTo>
                <a:lnTo>
                  <a:pt x="4727448" y="3815206"/>
                </a:lnTo>
                <a:lnTo>
                  <a:pt x="4727448" y="5559552"/>
                </a:lnTo>
                <a:lnTo>
                  <a:pt x="0" y="555955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3408" y="3145536"/>
            <a:ext cx="4306824" cy="23134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F214F5-1EBC-DA96-F275-05A0133562D0}"/>
              </a:ext>
            </a:extLst>
          </p:cNvPr>
          <p:cNvSpPr/>
          <p:nvPr userDrawn="1"/>
        </p:nvSpPr>
        <p:spPr>
          <a:xfrm>
            <a:off x="4903412" y="3140474"/>
            <a:ext cx="1314946" cy="13149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1">
            <a:extLst>
              <a:ext uri="{FF2B5EF4-FFF2-40B4-BE49-F238E27FC236}">
                <a16:creationId xmlns:a16="http://schemas.microsoft.com/office/drawing/2014/main" id="{592F592C-CC3F-8FC0-DAF8-24019474C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3" y="1106424"/>
            <a:ext cx="6839712" cy="1746504"/>
          </a:xfrm>
        </p:spPr>
        <p:txBody>
          <a:bodyPr lIns="0" tIns="0" rIns="0" bIns="0" anchor="b">
            <a:noAutofit/>
          </a:bodyPr>
          <a:lstStyle>
            <a:lvl1pPr>
              <a:defRPr sz="3200" baseline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5AF112-F5BD-9AA8-0E64-A6972333D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392" y="3236976"/>
            <a:ext cx="5248656" cy="266090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9A5508-A146-4C36-FF14-5B78325C52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80960" y="804672"/>
            <a:ext cx="3475649" cy="5248656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7E217-DB17-AA1B-8753-DBFDF42AB3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F1-16D7-20B8-B929-59317A576C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579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A picture containing accessory&#10;&#10;Description automatically generated">
            <a:extLst>
              <a:ext uri="{FF2B5EF4-FFF2-40B4-BE49-F238E27FC236}">
                <a16:creationId xmlns:a16="http://schemas.microsoft.com/office/drawing/2014/main" id="{C36ADBF6-BB82-4096-70C0-7517A47A41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21975" b="1533"/>
          <a:stretch>
            <a:fillRect/>
          </a:stretch>
        </p:blipFill>
        <p:spPr>
          <a:xfrm rot="8325578">
            <a:off x="-1775001" y="-1607470"/>
            <a:ext cx="10567962" cy="8905077"/>
          </a:xfrm>
          <a:custGeom>
            <a:avLst/>
            <a:gdLst>
              <a:gd name="connsiteX0" fmla="*/ 6047036 w 10567962"/>
              <a:gd name="connsiteY0" fmla="*/ 8905077 h 8905077"/>
              <a:gd name="connsiteX1" fmla="*/ 0 w 10567962"/>
              <a:gd name="connsiteY1" fmla="*/ 3603767 h 8905077"/>
              <a:gd name="connsiteX2" fmla="*/ 0 w 10567962"/>
              <a:gd name="connsiteY2" fmla="*/ 0 h 8905077"/>
              <a:gd name="connsiteX3" fmla="*/ 6292508 w 10567962"/>
              <a:gd name="connsiteY3" fmla="*/ 0 h 8905077"/>
              <a:gd name="connsiteX4" fmla="*/ 10567962 w 10567962"/>
              <a:gd name="connsiteY4" fmla="*/ 3748201 h 8905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67962" h="8905077">
                <a:moveTo>
                  <a:pt x="6047036" y="8905077"/>
                </a:moveTo>
                <a:lnTo>
                  <a:pt x="0" y="3603767"/>
                </a:lnTo>
                <a:lnTo>
                  <a:pt x="0" y="0"/>
                </a:lnTo>
                <a:lnTo>
                  <a:pt x="6292508" y="0"/>
                </a:lnTo>
                <a:lnTo>
                  <a:pt x="10567962" y="3748201"/>
                </a:lnTo>
                <a:close/>
              </a:path>
            </a:pathLst>
          </a:cu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FA127B08-9EC5-3FDF-B7CC-DF3587255E18}"/>
              </a:ext>
            </a:extLst>
          </p:cNvPr>
          <p:cNvSpPr/>
          <p:nvPr userDrawn="1"/>
        </p:nvSpPr>
        <p:spPr>
          <a:xfrm>
            <a:off x="925160" y="4144752"/>
            <a:ext cx="4788322" cy="2713249"/>
          </a:xfrm>
          <a:custGeom>
            <a:avLst/>
            <a:gdLst>
              <a:gd name="connsiteX0" fmla="*/ 2394161 w 4788322"/>
              <a:gd name="connsiteY0" fmla="*/ 0 h 2713249"/>
              <a:gd name="connsiteX1" fmla="*/ 4788322 w 4788322"/>
              <a:gd name="connsiteY1" fmla="*/ 2394161 h 2713249"/>
              <a:gd name="connsiteX2" fmla="*/ 4775962 w 4788322"/>
              <a:gd name="connsiteY2" fmla="*/ 2638950 h 2713249"/>
              <a:gd name="connsiteX3" fmla="*/ 4764622 w 4788322"/>
              <a:gd name="connsiteY3" fmla="*/ 2713249 h 2713249"/>
              <a:gd name="connsiteX4" fmla="*/ 23700 w 4788322"/>
              <a:gd name="connsiteY4" fmla="*/ 2713249 h 2713249"/>
              <a:gd name="connsiteX5" fmla="*/ 12361 w 4788322"/>
              <a:gd name="connsiteY5" fmla="*/ 2638950 h 2713249"/>
              <a:gd name="connsiteX6" fmla="*/ 0 w 4788322"/>
              <a:gd name="connsiteY6" fmla="*/ 2394161 h 2713249"/>
              <a:gd name="connsiteX7" fmla="*/ 2394161 w 4788322"/>
              <a:gd name="connsiteY7" fmla="*/ 0 h 271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8322" h="2713249">
                <a:moveTo>
                  <a:pt x="2394161" y="0"/>
                </a:moveTo>
                <a:cubicBezTo>
                  <a:pt x="3716420" y="0"/>
                  <a:pt x="4788322" y="1071902"/>
                  <a:pt x="4788322" y="2394161"/>
                </a:cubicBezTo>
                <a:cubicBezTo>
                  <a:pt x="4788322" y="2476803"/>
                  <a:pt x="4784135" y="2558466"/>
                  <a:pt x="4775962" y="2638950"/>
                </a:cubicBezTo>
                <a:lnTo>
                  <a:pt x="4764622" y="2713249"/>
                </a:lnTo>
                <a:lnTo>
                  <a:pt x="23700" y="2713249"/>
                </a:lnTo>
                <a:lnTo>
                  <a:pt x="12361" y="2638950"/>
                </a:lnTo>
                <a:cubicBezTo>
                  <a:pt x="4187" y="2558466"/>
                  <a:pt x="0" y="2476803"/>
                  <a:pt x="0" y="2394161"/>
                </a:cubicBezTo>
                <a:cubicBezTo>
                  <a:pt x="0" y="1071902"/>
                  <a:pt x="1071902" y="0"/>
                  <a:pt x="2394161" y="0"/>
                </a:cubicBezTo>
                <a:close/>
              </a:path>
            </a:pathLst>
          </a:custGeom>
          <a:solidFill>
            <a:schemeClr val="accent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651D38D-DD64-4914-C669-30AA47A5A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3408" y="1325880"/>
            <a:ext cx="5093208" cy="2816352"/>
          </a:xfrm>
        </p:spPr>
        <p:txBody>
          <a:bodyPr lIns="0" tIns="0" rIns="0" bIns="0" anchor="b">
            <a:noAutofit/>
          </a:bodyPr>
          <a:lstStyle>
            <a:lvl1pPr>
              <a:defRPr sz="3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A8DA7F4-A65E-7F16-9966-719CC1CE2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3408" y="4462272"/>
            <a:ext cx="3995928" cy="1956816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 sz="1800" cap="none" spc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D6A538-39F8-D45E-F4C1-38779C640BBC}"/>
              </a:ext>
            </a:extLst>
          </p:cNvPr>
          <p:cNvSpPr/>
          <p:nvPr userDrawn="1"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06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0">
            <a:extLst>
              <a:ext uri="{FF2B5EF4-FFF2-40B4-BE49-F238E27FC236}">
                <a16:creationId xmlns:a16="http://schemas.microsoft.com/office/drawing/2014/main" id="{AB86DE8E-78DF-CA66-5AED-C7FF0CCF0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10512" y="4010866"/>
            <a:ext cx="5056094" cy="2847135"/>
          </a:xfrm>
          <a:custGeom>
            <a:avLst/>
            <a:gdLst>
              <a:gd name="connsiteX0" fmla="*/ 2528047 w 5056094"/>
              <a:gd name="connsiteY0" fmla="*/ 0 h 2847135"/>
              <a:gd name="connsiteX1" fmla="*/ 5056094 w 5056094"/>
              <a:gd name="connsiteY1" fmla="*/ 2528047 h 2847135"/>
              <a:gd name="connsiteX2" fmla="*/ 5043042 w 5056094"/>
              <a:gd name="connsiteY2" fmla="*/ 2786525 h 2847135"/>
              <a:gd name="connsiteX3" fmla="*/ 5033792 w 5056094"/>
              <a:gd name="connsiteY3" fmla="*/ 2847135 h 2847135"/>
              <a:gd name="connsiteX4" fmla="*/ 22302 w 5056094"/>
              <a:gd name="connsiteY4" fmla="*/ 2847135 h 2847135"/>
              <a:gd name="connsiteX5" fmla="*/ 13052 w 5056094"/>
              <a:gd name="connsiteY5" fmla="*/ 2786525 h 2847135"/>
              <a:gd name="connsiteX6" fmla="*/ 0 w 5056094"/>
              <a:gd name="connsiteY6" fmla="*/ 2528047 h 2847135"/>
              <a:gd name="connsiteX7" fmla="*/ 2528047 w 5056094"/>
              <a:gd name="connsiteY7" fmla="*/ 0 h 2847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56094" h="2847135">
                <a:moveTo>
                  <a:pt x="2528047" y="0"/>
                </a:moveTo>
                <a:cubicBezTo>
                  <a:pt x="3924249" y="0"/>
                  <a:pt x="5056094" y="1131845"/>
                  <a:pt x="5056094" y="2528047"/>
                </a:cubicBezTo>
                <a:cubicBezTo>
                  <a:pt x="5056094" y="2615310"/>
                  <a:pt x="5051673" y="2701540"/>
                  <a:pt x="5043042" y="2786525"/>
                </a:cubicBezTo>
                <a:lnTo>
                  <a:pt x="5033792" y="2847135"/>
                </a:lnTo>
                <a:lnTo>
                  <a:pt x="22302" y="2847135"/>
                </a:lnTo>
                <a:lnTo>
                  <a:pt x="13052" y="2786525"/>
                </a:lnTo>
                <a:cubicBezTo>
                  <a:pt x="4422" y="2701540"/>
                  <a:pt x="0" y="2615310"/>
                  <a:pt x="0" y="2528047"/>
                </a:cubicBezTo>
                <a:cubicBezTo>
                  <a:pt x="0" y="1131845"/>
                  <a:pt x="1131845" y="0"/>
                  <a:pt x="2528047" y="0"/>
                </a:cubicBezTo>
                <a:close/>
              </a:path>
            </a:pathLst>
          </a:custGeom>
          <a:solidFill>
            <a:schemeClr val="accent1">
              <a:alpha val="8969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5" name="Picture 14" descr="Modern house with cubic design">
            <a:extLst>
              <a:ext uri="{FF2B5EF4-FFF2-40B4-BE49-F238E27FC236}">
                <a16:creationId xmlns:a16="http://schemas.microsoft.com/office/drawing/2014/main" id="{FE966628-FEAF-3BD3-2DC4-23A466ABB9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2000" contrast="-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406" r="17667" b="23487"/>
          <a:stretch/>
        </p:blipFill>
        <p:spPr>
          <a:xfrm>
            <a:off x="4124294" y="2125402"/>
            <a:ext cx="7678065" cy="4732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420624"/>
            <a:ext cx="10954512" cy="1463040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100000"/>
              </a:lnSpc>
              <a:defRPr sz="3200" b="0" i="0" spc="600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D9CFE2-F1DE-34DA-A154-9AE903E5B7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899" y="2231136"/>
            <a:ext cx="4828032" cy="3566160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10569-B083-466A-F24B-8C44360B4E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78C1-0CD8-FD34-E7BB-B8F6E296A4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1D5B031-92C7-C093-2551-D07457044EAC}"/>
              </a:ext>
            </a:extLst>
          </p:cNvPr>
          <p:cNvGrpSpPr/>
          <p:nvPr userDrawn="1"/>
        </p:nvGrpSpPr>
        <p:grpSpPr>
          <a:xfrm>
            <a:off x="-1" y="-2"/>
            <a:ext cx="12191610" cy="6858001"/>
            <a:chOff x="-1" y="-2"/>
            <a:chExt cx="12191610" cy="6858001"/>
          </a:xfrm>
        </p:grpSpPr>
        <p:pic>
          <p:nvPicPr>
            <p:cNvPr id="4" name="Picture Placeholder 14" descr="White modern architecture">
              <a:extLst>
                <a:ext uri="{FF2B5EF4-FFF2-40B4-BE49-F238E27FC236}">
                  <a16:creationId xmlns:a16="http://schemas.microsoft.com/office/drawing/2014/main" id="{21A49D77-8AEF-828A-03A8-2845B710DE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155702" y="-2"/>
              <a:ext cx="6035907" cy="6858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  <p:pic>
          <p:nvPicPr>
            <p:cNvPr id="5" name="Picture Placeholder 14" descr="White modern architecture">
              <a:extLst>
                <a:ext uri="{FF2B5EF4-FFF2-40B4-BE49-F238E27FC236}">
                  <a16:creationId xmlns:a16="http://schemas.microsoft.com/office/drawing/2014/main" id="{206EA98F-16E6-C607-6268-D08FD83B70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-1" y="-2"/>
              <a:ext cx="6035907" cy="6858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</p:pic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7E6947B8-AA10-E633-EF28-E1A80069E8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932" y="0"/>
            <a:ext cx="6894136" cy="6894136"/>
          </a:xfrm>
          <a:custGeom>
            <a:avLst/>
            <a:gdLst>
              <a:gd name="connsiteX0" fmla="*/ 3447068 w 6894136"/>
              <a:gd name="connsiteY0" fmla="*/ 0 h 6894136"/>
              <a:gd name="connsiteX1" fmla="*/ 6894136 w 6894136"/>
              <a:gd name="connsiteY1" fmla="*/ 3447068 h 6894136"/>
              <a:gd name="connsiteX2" fmla="*/ 3447068 w 6894136"/>
              <a:gd name="connsiteY2" fmla="*/ 6894136 h 6894136"/>
              <a:gd name="connsiteX3" fmla="*/ 0 w 6894136"/>
              <a:gd name="connsiteY3" fmla="*/ 3447068 h 6894136"/>
              <a:gd name="connsiteX4" fmla="*/ 3447068 w 6894136"/>
              <a:gd name="connsiteY4" fmla="*/ 0 h 6894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94136" h="6894136">
                <a:moveTo>
                  <a:pt x="3447068" y="0"/>
                </a:moveTo>
                <a:cubicBezTo>
                  <a:pt x="5350831" y="0"/>
                  <a:pt x="6894136" y="1543305"/>
                  <a:pt x="6894136" y="3447068"/>
                </a:cubicBezTo>
                <a:cubicBezTo>
                  <a:pt x="6894136" y="5350831"/>
                  <a:pt x="5350831" y="6894136"/>
                  <a:pt x="3447068" y="6894136"/>
                </a:cubicBezTo>
                <a:cubicBezTo>
                  <a:pt x="1543305" y="6894136"/>
                  <a:pt x="0" y="5350831"/>
                  <a:pt x="0" y="3447068"/>
                </a:cubicBezTo>
                <a:cubicBezTo>
                  <a:pt x="0" y="1543305"/>
                  <a:pt x="1543305" y="0"/>
                  <a:pt x="3447068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algn="ctr">
              <a:defRPr sz="45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7736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6879" y="868680"/>
            <a:ext cx="5248656" cy="2157984"/>
          </a:xfrm>
        </p:spPr>
        <p:txBody>
          <a:bodyPr lIns="0" tIns="0" rIns="0" bIns="0">
            <a:noAutofit/>
          </a:bodyPr>
          <a:lstStyle>
            <a:lvl1pPr>
              <a:defRPr sz="3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075B629-22B4-B399-5D07-4652BF6821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159126"/>
            <a:ext cx="4577463" cy="3698875"/>
          </a:xfrm>
          <a:custGeom>
            <a:avLst/>
            <a:gdLst>
              <a:gd name="connsiteX0" fmla="*/ 1934275 w 4577463"/>
              <a:gd name="connsiteY0" fmla="*/ 0 h 3698875"/>
              <a:gd name="connsiteX1" fmla="*/ 4577463 w 4577463"/>
              <a:gd name="connsiteY1" fmla="*/ 2643188 h 3698875"/>
              <a:gd name="connsiteX2" fmla="*/ 4369748 w 4577463"/>
              <a:gd name="connsiteY2" fmla="*/ 3672036 h 3698875"/>
              <a:gd name="connsiteX3" fmla="*/ 4356819 w 4577463"/>
              <a:gd name="connsiteY3" fmla="*/ 3698875 h 3698875"/>
              <a:gd name="connsiteX4" fmla="*/ 0 w 4577463"/>
              <a:gd name="connsiteY4" fmla="*/ 3698875 h 3698875"/>
              <a:gd name="connsiteX5" fmla="*/ 0 w 4577463"/>
              <a:gd name="connsiteY5" fmla="*/ 845097 h 3698875"/>
              <a:gd name="connsiteX6" fmla="*/ 87814 w 4577463"/>
              <a:gd name="connsiteY6" fmla="*/ 751885 h 3698875"/>
              <a:gd name="connsiteX7" fmla="*/ 1934275 w 4577463"/>
              <a:gd name="connsiteY7" fmla="*/ 0 h 369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7463" h="3698875">
                <a:moveTo>
                  <a:pt x="1934275" y="0"/>
                </a:moveTo>
                <a:cubicBezTo>
                  <a:pt x="3394067" y="0"/>
                  <a:pt x="4577463" y="1183396"/>
                  <a:pt x="4577463" y="2643188"/>
                </a:cubicBezTo>
                <a:cubicBezTo>
                  <a:pt x="4577463" y="3008136"/>
                  <a:pt x="4503501" y="3355810"/>
                  <a:pt x="4369748" y="3672036"/>
                </a:cubicBezTo>
                <a:lnTo>
                  <a:pt x="4356819" y="3698875"/>
                </a:lnTo>
                <a:lnTo>
                  <a:pt x="0" y="3698875"/>
                </a:lnTo>
                <a:lnTo>
                  <a:pt x="0" y="845097"/>
                </a:lnTo>
                <a:lnTo>
                  <a:pt x="87814" y="751885"/>
                </a:lnTo>
                <a:cubicBezTo>
                  <a:pt x="564249" y="286676"/>
                  <a:pt x="1215784" y="0"/>
                  <a:pt x="19342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1B16EE8-89D3-7E4F-90BE-68EAAD85CBB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729984" y="786384"/>
            <a:ext cx="4617720" cy="2770632"/>
          </a:xfr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 b="1" cap="all" baseline="0">
                <a:latin typeface="+mn-lt"/>
              </a:defRPr>
            </a:lvl1pPr>
            <a:lvl2pPr mar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>
                <a:latin typeface="+mn-lt"/>
              </a:defRPr>
            </a:lvl2pPr>
            <a:lvl3pPr marL="283464" indent="-342900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3pPr>
            <a:lvl4pPr marL="548640" indent="-285750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4pPr>
            <a:lvl5pPr marL="822960" indent="-285750">
              <a:lnSpc>
                <a:spcPct val="120000"/>
              </a:lnSpc>
              <a:buFont typeface="Arial" panose="020B0604020202020204" pitchFamily="34" charset="0"/>
              <a:buChar char="•"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29984" y="3858768"/>
            <a:ext cx="4617720" cy="2770632"/>
          </a:xfrm>
        </p:spPr>
        <p:txBody>
          <a:bodyPr lIns="0" tIns="0" rIns="0" bIns="0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 b="1" cap="all" baseline="0">
                <a:latin typeface="+mn-lt"/>
              </a:defRPr>
            </a:lvl1pPr>
            <a:lvl2pPr marL="283464" indent="-283464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231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32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837944"/>
            <a:ext cx="10085832" cy="1426464"/>
          </a:xfrm>
        </p:spPr>
        <p:txBody>
          <a:bodyPr lIns="0" tIns="45720" rIns="91440" bIns="4572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731A911-7B7E-249D-2D6A-132D4B395A3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50392" y="3950208"/>
            <a:ext cx="10085832" cy="2331720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482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32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837944"/>
            <a:ext cx="3941064" cy="4270248"/>
          </a:xfrm>
        </p:spPr>
        <p:txBody>
          <a:bodyPr lIns="91440" tIns="45720" rIns="91440" bIns="4572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 cap="all" baseline="0"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54864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731A911-7B7E-249D-2D6A-132D4B395A3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614416" y="1837944"/>
            <a:ext cx="5358384" cy="4270248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3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5987AE2-5803-BA29-C76B-C9FA864D3F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122632" cy="1307592"/>
          </a:xfrm>
        </p:spPr>
        <p:txBody>
          <a:bodyPr anchor="b">
            <a:noAutofit/>
          </a:bodyPr>
          <a:lstStyle>
            <a:lvl1pPr algn="l">
              <a:defRPr sz="32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168" y="1828800"/>
            <a:ext cx="10126362" cy="435133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8540B3-3734-5A53-D7E0-D89871A37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392" y="182880"/>
            <a:ext cx="10085832" cy="1307592"/>
          </a:xfrm>
        </p:spPr>
        <p:txBody>
          <a:bodyPr anchor="b">
            <a:noAutofit/>
          </a:bodyPr>
          <a:lstStyle>
            <a:lvl1pPr algn="l">
              <a:defRPr sz="32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E6B22B6-D5E7-7C52-B588-374568C8D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392" y="1911096"/>
            <a:ext cx="4837176" cy="2898648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sz="1800" cap="none" baseline="0"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54864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CDBC7A5-FE31-E809-7729-4AFA9CFD0DEB}"/>
              </a:ext>
            </a:extLst>
          </p:cNvPr>
          <p:cNvSpPr>
            <a:spLocks noGrp="1"/>
          </p:cNvSpPr>
          <p:nvPr>
            <p:ph sz="half" idx="36"/>
          </p:nvPr>
        </p:nvSpPr>
        <p:spPr>
          <a:xfrm>
            <a:off x="6812280" y="1911096"/>
            <a:ext cx="4453128" cy="1911096"/>
          </a:xfrm>
        </p:spPr>
        <p:txBody>
          <a:bodyPr lIns="0" tIns="0" rIns="0" bIns="0">
            <a:noAutofit/>
          </a:bodyPr>
          <a:lstStyle>
            <a:lvl1pPr marL="285750" indent="-2857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cap="none" baseline="0">
                <a:latin typeface="+mn-lt"/>
              </a:defRPr>
            </a:lvl1pPr>
            <a:lvl2pPr marL="548640" indent="-28575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82296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39E8D03-897F-C49F-D816-03B8BD6301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2280" y="4242816"/>
            <a:ext cx="4123944" cy="2615184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615220-DA65-3A8D-609D-95B6D86B192A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C2A57F-F2BF-F3B3-9D45-5DCD2608D80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arge walking intersection with one lone person">
            <a:extLst>
              <a:ext uri="{FF2B5EF4-FFF2-40B4-BE49-F238E27FC236}">
                <a16:creationId xmlns:a16="http://schemas.microsoft.com/office/drawing/2014/main" id="{09010683-ED2B-BF6C-90F9-AF09D38DB6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7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811000" cy="6858000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82C1C4E7-A67E-5E90-3669-D2982C30E4FC}"/>
              </a:ext>
            </a:extLst>
          </p:cNvPr>
          <p:cNvSpPr/>
          <p:nvPr userDrawn="1"/>
        </p:nvSpPr>
        <p:spPr>
          <a:xfrm>
            <a:off x="777819" y="0"/>
            <a:ext cx="8272488" cy="6858000"/>
          </a:xfrm>
          <a:custGeom>
            <a:avLst/>
            <a:gdLst>
              <a:gd name="connsiteX0" fmla="*/ 2449074 w 8272488"/>
              <a:gd name="connsiteY0" fmla="*/ 0 h 6858000"/>
              <a:gd name="connsiteX1" fmla="*/ 5823415 w 8272488"/>
              <a:gd name="connsiteY1" fmla="*/ 0 h 6858000"/>
              <a:gd name="connsiteX2" fmla="*/ 5929477 w 8272488"/>
              <a:gd name="connsiteY2" fmla="*/ 47950 h 6858000"/>
              <a:gd name="connsiteX3" fmla="*/ 8272488 w 8272488"/>
              <a:gd name="connsiteY3" fmla="*/ 3776315 h 6858000"/>
              <a:gd name="connsiteX4" fmla="*/ 7025715 w 8272488"/>
              <a:gd name="connsiteY4" fmla="*/ 6735959 h 6858000"/>
              <a:gd name="connsiteX5" fmla="*/ 6893036 w 8272488"/>
              <a:gd name="connsiteY5" fmla="*/ 6858000 h 6858000"/>
              <a:gd name="connsiteX6" fmla="*/ 1379452 w 8272488"/>
              <a:gd name="connsiteY6" fmla="*/ 6858000 h 6858000"/>
              <a:gd name="connsiteX7" fmla="*/ 1246773 w 8272488"/>
              <a:gd name="connsiteY7" fmla="*/ 6735959 h 6858000"/>
              <a:gd name="connsiteX8" fmla="*/ 0 w 8272488"/>
              <a:gd name="connsiteY8" fmla="*/ 3776315 h 6858000"/>
              <a:gd name="connsiteX9" fmla="*/ 2343012 w 8272488"/>
              <a:gd name="connsiteY9" fmla="*/ 479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2488" h="6858000">
                <a:moveTo>
                  <a:pt x="2449074" y="0"/>
                </a:moveTo>
                <a:lnTo>
                  <a:pt x="5823415" y="0"/>
                </a:lnTo>
                <a:lnTo>
                  <a:pt x="5929477" y="47950"/>
                </a:lnTo>
                <a:cubicBezTo>
                  <a:pt x="7315814" y="715956"/>
                  <a:pt x="8272488" y="2134414"/>
                  <a:pt x="8272488" y="3776315"/>
                </a:cubicBezTo>
                <a:cubicBezTo>
                  <a:pt x="8272488" y="4936354"/>
                  <a:pt x="7794942" y="5984857"/>
                  <a:pt x="7025715" y="6735959"/>
                </a:cubicBezTo>
                <a:lnTo>
                  <a:pt x="6893036" y="6858000"/>
                </a:lnTo>
                <a:lnTo>
                  <a:pt x="1379452" y="6858000"/>
                </a:lnTo>
                <a:lnTo>
                  <a:pt x="1246773" y="6735959"/>
                </a:lnTo>
                <a:cubicBezTo>
                  <a:pt x="477546" y="5984857"/>
                  <a:pt x="0" y="4936354"/>
                  <a:pt x="0" y="3776315"/>
                </a:cubicBezTo>
                <a:cubicBezTo>
                  <a:pt x="0" y="2134414"/>
                  <a:pt x="956674" y="715956"/>
                  <a:pt x="2343012" y="479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36714-0A6D-7D0D-3336-B8081C409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7196" y="2188196"/>
            <a:ext cx="5985159" cy="1594507"/>
          </a:xfrm>
        </p:spPr>
        <p:txBody>
          <a:bodyPr lIns="0" tIns="0" rIns="0" bIns="0" anchor="b">
            <a:noAutofit/>
          </a:bodyPr>
          <a:lstStyle>
            <a:lvl1pPr>
              <a:defRPr sz="3200" b="1" i="0" baseline="0">
                <a:solidFill>
                  <a:schemeClr val="tx1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FA9DBC5-E4A8-5230-9CE1-902849869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7196" y="4078224"/>
            <a:ext cx="5444517" cy="1731890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9F29DD-6F0C-B005-FD16-89C061AE31C9}"/>
              </a:ext>
            </a:extLst>
          </p:cNvPr>
          <p:cNvSpPr/>
          <p:nvPr userDrawn="1"/>
        </p:nvSpPr>
        <p:spPr>
          <a:xfrm>
            <a:off x="10408059" y="1151133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980795-C54D-B27A-60D2-8758CAF840E2}"/>
              </a:ext>
            </a:extLst>
          </p:cNvPr>
          <p:cNvSpPr/>
          <p:nvPr userDrawn="1"/>
        </p:nvSpPr>
        <p:spPr>
          <a:xfrm>
            <a:off x="10987993" y="114070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20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688C66-2A77-64CD-38B5-90492185CACE}"/>
              </a:ext>
            </a:extLst>
          </p:cNvPr>
          <p:cNvSpPr/>
          <p:nvPr userDrawn="1"/>
        </p:nvSpPr>
        <p:spPr>
          <a:xfrm rot="5400000" flipH="1" flipV="1">
            <a:off x="8570975" y="3236976"/>
            <a:ext cx="6858000" cy="384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438" y="409576"/>
            <a:ext cx="109728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5644" y="1825625"/>
            <a:ext cx="11098307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3E5E79-C396-3919-759D-5AD893CE4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716512" y="6382510"/>
            <a:ext cx="566928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035839-CD36-5568-9808-CCDD9953C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854442" y="2953511"/>
            <a:ext cx="6291068" cy="384048"/>
          </a:xfrm>
          <a:prstGeom prst="rect">
            <a:avLst/>
          </a:prstGeom>
          <a:noFill/>
        </p:spPr>
        <p:txBody>
          <a:bodyPr vert="horz" lIns="210312" tIns="45720" rIns="91440" bIns="45720" rtlCol="0" anchor="ctr"/>
          <a:lstStyle>
            <a:lvl1pPr algn="l">
              <a:defRPr sz="1200" b="1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51" r:id="rId3"/>
    <p:sldLayoutId id="2147483664" r:id="rId4"/>
    <p:sldLayoutId id="2147483659" r:id="rId5"/>
    <p:sldLayoutId id="2147483654" r:id="rId6"/>
    <p:sldLayoutId id="2147483667" r:id="rId7"/>
    <p:sldLayoutId id="2147483665" r:id="rId8"/>
    <p:sldLayoutId id="2147483669" r:id="rId9"/>
    <p:sldLayoutId id="2147483670" r:id="rId10"/>
    <p:sldLayoutId id="2147483652" r:id="rId11"/>
    <p:sldLayoutId id="2147483656" r:id="rId12"/>
    <p:sldLayoutId id="2147483663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cap="all" spc="60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buFontTx/>
        <a:buNone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2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4" orient="horz" pos="1152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19" userDrawn="1">
          <p15:clr>
            <a:srgbClr val="547EBF"/>
          </p15:clr>
        </p15:guide>
        <p15:guide id="20" pos="7680" userDrawn="1">
          <p15:clr>
            <a:srgbClr val="547EBF"/>
          </p15:clr>
        </p15:guide>
        <p15:guide id="21" pos="528" userDrawn="1">
          <p15:clr>
            <a:srgbClr val="547EBF"/>
          </p15:clr>
        </p15:guide>
        <p15:guide id="22" pos="6912" userDrawn="1">
          <p15:clr>
            <a:srgbClr val="547EBF"/>
          </p15:clr>
        </p15:guide>
        <p15:guide id="23" orient="horz" pos="240" userDrawn="1">
          <p15:clr>
            <a:srgbClr val="547EBF"/>
          </p15:clr>
        </p15:guide>
        <p15:guide id="25" orient="horz" pos="552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C5300-AC43-F396-6E83-73A31578C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767" y="1399032"/>
            <a:ext cx="6757416" cy="3427502"/>
          </a:xfrm>
        </p:spPr>
        <p:txBody>
          <a:bodyPr/>
          <a:lstStyle/>
          <a:p>
            <a:r>
              <a:rPr lang="en-US" dirty="0"/>
              <a:t>Clean Sweep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BE460-3185-CD59-0215-356A228DF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768" y="417444"/>
            <a:ext cx="7414940" cy="883258"/>
          </a:xfrm>
        </p:spPr>
        <p:txBody>
          <a:bodyPr/>
          <a:lstStyle/>
          <a:p>
            <a:r>
              <a:rPr lang="en-US" dirty="0"/>
              <a:t>Millard C. &amp; Ronny K.</a:t>
            </a:r>
          </a:p>
        </p:txBody>
      </p:sp>
    </p:spTree>
    <p:extLst>
      <p:ext uri="{BB962C8B-B14F-4D97-AF65-F5344CB8AC3E}">
        <p14:creationId xmlns:p14="http://schemas.microsoft.com/office/powerpoint/2010/main" val="3867488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D3C5A-CEA8-6DDC-B3F1-41D07C4FA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3408" y="1325880"/>
            <a:ext cx="5093208" cy="2816352"/>
          </a:xfrm>
        </p:spPr>
        <p:txBody>
          <a:bodyPr/>
          <a:lstStyle/>
          <a:p>
            <a:r>
              <a:rPr lang="en-US" dirty="0"/>
              <a:t>PRODUCT OVERVIEW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E8B56C7-C38F-E96E-3C19-8ACF8AF9E7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3408" y="4462272"/>
            <a:ext cx="3995928" cy="1956816"/>
          </a:xfrm>
        </p:spPr>
        <p:txBody>
          <a:bodyPr/>
          <a:lstStyle/>
          <a:p>
            <a:r>
              <a:rPr lang="en-US" dirty="0"/>
              <a:t>CleanSweep is a platform that connects customers with trusted and reliable cleaners. Cleaners can also use this platform to connect with customers.</a:t>
            </a:r>
          </a:p>
        </p:txBody>
      </p:sp>
    </p:spTree>
    <p:extLst>
      <p:ext uri="{BB962C8B-B14F-4D97-AF65-F5344CB8AC3E}">
        <p14:creationId xmlns:p14="http://schemas.microsoft.com/office/powerpoint/2010/main" val="2521615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7F8D88-DE22-2DE5-BF64-9FC10B8DC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420624"/>
            <a:ext cx="10954512" cy="1463040"/>
          </a:xfrm>
        </p:spPr>
        <p:txBody>
          <a:bodyPr/>
          <a:lstStyle/>
          <a:p>
            <a:r>
              <a:rPr lang="en-US" dirty="0"/>
              <a:t>Customer Functionalities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4321E3-704E-37A8-CFB9-768FCE6AD7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899" y="2231136"/>
            <a:ext cx="4828032" cy="3566160"/>
          </a:xfrm>
        </p:spPr>
        <p:txBody>
          <a:bodyPr/>
          <a:lstStyle/>
          <a:p>
            <a:r>
              <a:rPr lang="en-US" dirty="0"/>
              <a:t>Profile Creation/Management</a:t>
            </a:r>
          </a:p>
          <a:p>
            <a:r>
              <a:rPr lang="en-US" dirty="0"/>
              <a:t>Finding Cleaning Services</a:t>
            </a:r>
          </a:p>
          <a:p>
            <a:r>
              <a:rPr lang="en-US" dirty="0"/>
              <a:t>Booking Services</a:t>
            </a:r>
          </a:p>
          <a:p>
            <a:r>
              <a:rPr lang="en-US" dirty="0"/>
              <a:t>Managing Appointments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8CBBE5F-9A1C-95FF-B955-8D818F3A20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716512" y="6382510"/>
            <a:ext cx="566928" cy="384048"/>
          </a:xfrm>
        </p:spPr>
        <p:txBody>
          <a:bodyPr/>
          <a:lstStyle/>
          <a:p>
            <a:fld id="{09A01C0A-2BB6-49E7-91A3-DCB9F9F5958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098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EA49A-DC7C-9C4F-2F9A-564E195C5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878" y="868680"/>
            <a:ext cx="5543035" cy="2157984"/>
          </a:xfrm>
        </p:spPr>
        <p:txBody>
          <a:bodyPr anchor="t"/>
          <a:lstStyle/>
          <a:p>
            <a:r>
              <a:rPr lang="en-US" dirty="0"/>
              <a:t>Provider Functionalities</a:t>
            </a:r>
            <a:br>
              <a:rPr lang="en-US" dirty="0"/>
            </a:br>
            <a:endParaRPr lang="en-US" dirty="0"/>
          </a:p>
        </p:txBody>
      </p:sp>
      <p:pic>
        <p:nvPicPr>
          <p:cNvPr id="23" name="Picture Placeholder 22" descr="View of city skyscrapers looking up">
            <a:extLst>
              <a:ext uri="{FF2B5EF4-FFF2-40B4-BE49-F238E27FC236}">
                <a16:creationId xmlns:a16="http://schemas.microsoft.com/office/drawing/2014/main" id="{EA0720B9-8012-11BC-9281-4F57A58FAD3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23" r="523"/>
          <a:stretch/>
        </p:blipFill>
        <p:spPr>
          <a:xfrm>
            <a:off x="0" y="3159126"/>
            <a:ext cx="4577463" cy="3698875"/>
          </a:xfr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716CAA9-374B-601A-A4B6-6F92CD182236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729984" y="786384"/>
            <a:ext cx="4617720" cy="2770632"/>
          </a:xfrm>
        </p:spPr>
        <p:txBody>
          <a:bodyPr/>
          <a:lstStyle/>
          <a:p>
            <a:r>
              <a:rPr lang="en-US" dirty="0"/>
              <a:t>With CleanSweep, Providers can…</a:t>
            </a:r>
          </a:p>
          <a:p>
            <a:r>
              <a:rPr lang="en-US" dirty="0"/>
              <a:t>Create account</a:t>
            </a:r>
          </a:p>
          <a:p>
            <a:r>
              <a:rPr lang="en-US"/>
              <a:t>Cancel appointments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A4B6E0DA-DEBF-CAD7-638D-5FAC6A83CE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716512" y="6382510"/>
            <a:ext cx="566928" cy="384048"/>
          </a:xfrm>
        </p:spPr>
        <p:txBody>
          <a:bodyPr/>
          <a:lstStyle/>
          <a:p>
            <a:fld id="{09A01C0A-2BB6-49E7-91A3-DCB9F9F5958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B5704EA-7A65-5CC2-D428-F28396B0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1346" y="2724345"/>
            <a:ext cx="1292298" cy="1292298"/>
          </a:xfrm>
          <a:prstGeom prst="ellipse">
            <a:avLst/>
          </a:prstGeom>
          <a:solidFill>
            <a:schemeClr val="accent1">
              <a:alpha val="760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7600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">
      <a:dk1>
        <a:srgbClr val="36393B"/>
      </a:dk1>
      <a:lt1>
        <a:srgbClr val="FFFFFF"/>
      </a:lt1>
      <a:dk2>
        <a:srgbClr val="4D62EF"/>
      </a:dk2>
      <a:lt2>
        <a:srgbClr val="E7E4E6"/>
      </a:lt2>
      <a:accent1>
        <a:srgbClr val="3AEFCC"/>
      </a:accent1>
      <a:accent2>
        <a:srgbClr val="62D382"/>
      </a:accent2>
      <a:accent3>
        <a:srgbClr val="FDED60"/>
      </a:accent3>
      <a:accent4>
        <a:srgbClr val="FD4C00"/>
      </a:accent4>
      <a:accent5>
        <a:srgbClr val="FE2701"/>
      </a:accent5>
      <a:accent6>
        <a:srgbClr val="CA54FB"/>
      </a:accent6>
      <a:hlink>
        <a:srgbClr val="4D62EF"/>
      </a:hlink>
      <a:folHlink>
        <a:srgbClr val="FC4C00"/>
      </a:folHlink>
    </a:clrScheme>
    <a:fontScheme name="Custom 19">
      <a:majorFont>
        <a:latin typeface="Arial Black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051434_win32_KB_V3.potx" id="{43D84336-549C-4EAD-AE8D-BE1D65DE3314}" vid="{2C1BB0A5-2565-4EB8-A5F5-FF12201C54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0E3FE2-6B9B-4C9A-84D9-AD118750DE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D1C4F3-182B-4FFD-86F3-85933C0520B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F6D4D42E-C7BD-4080-9A83-56BA58F91A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{622281AD-DA0B-4E40-A0E0-0F8767C4FA28}TFe33beb5d-e502-4448-a67e-cd378462b5dc44b6c264_win32-f98e54472961</Template>
  <TotalTime>20</TotalTime>
  <Words>63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Black</vt:lpstr>
      <vt:lpstr>Avenir Next LT Pro</vt:lpstr>
      <vt:lpstr>Avenir Next LT Pro Light</vt:lpstr>
      <vt:lpstr>Calibri</vt:lpstr>
      <vt:lpstr>Custom</vt:lpstr>
      <vt:lpstr>Clean Sweep</vt:lpstr>
      <vt:lpstr>PRODUCT OVERVIEW</vt:lpstr>
      <vt:lpstr>Customer Functionalities</vt:lpstr>
      <vt:lpstr>Provider Functionalities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Millard Cil</dc:creator>
  <cp:lastModifiedBy>Millard Cil</cp:lastModifiedBy>
  <cp:revision>1</cp:revision>
  <dcterms:created xsi:type="dcterms:W3CDTF">2026-09-24T13:56:23Z</dcterms:created>
  <dcterms:modified xsi:type="dcterms:W3CDTF">2026-09-24T14:17:01Z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